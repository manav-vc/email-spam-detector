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 |  CLOUD MACHINE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Spam Detector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 on AWS SageMaker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|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Centennial College  |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5]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[Professor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399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728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spam detection still matters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13055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1122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Model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441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Data5.csv + Multinomial Naive Bayes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2843784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437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8254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Architecture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S3 -&gt; SageMaker -&gt; Lambda -&gt; API Gateway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557016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5570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538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Walkthrough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3867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pickle to a live HTTPS endpoint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27024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70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4251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&amp; Results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45920" y="4581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accuracy on held-out test data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49834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983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45920" y="4965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Next Steps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645920" y="5294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and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Spam Is Still Winning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4846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88036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email sent in 2024 was spam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4846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880360" y="2971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every day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4846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297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880360" y="4343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email-based fraud in 2023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5486400" cy="4069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DB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a laptop-only classifier into a real cloud service.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63640" y="3657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our working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pPr indent="0" marL="0">
              <a:buNone/>
            </a:pPr>
            <a:r>
              <a:rPr lang="en-US" sz="14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spam detector and deploy it on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</a:t>
            </a:r>
            <a:pPr indent="0" marL="0">
              <a:buNone/>
            </a:pPr>
            <a:r>
              <a:rPr lang="en-US" sz="1400" dirty="0">
                <a:solidFill>
                  <a:srgbClr val="F5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real-time, publicly callable endpoint - fronted by Lambda, API Gateway, and a simple web UI.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Data5.csv</a:t>
            </a:r>
            <a:endParaRPr lang="en-US" sz="3400" dirty="0"/>
          </a:p>
        </p:txBody>
      </p:sp>
      <p:pic>
        <p:nvPicPr>
          <p:cNvPr id="7" name="Image 0" descr="/sessions/awesome-intelligent-lovelace/mnt/outputs/report_assets/class_d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0292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82512" y="155448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2512" y="1554480"/>
            <a:ext cx="914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41080" y="1554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emails after cleaning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82512" y="251460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82512" y="2514600"/>
            <a:ext cx="914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345 / 157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64108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/ spam (68.7% / 31.3%)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82512" y="347472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82512" y="3474720"/>
            <a:ext cx="914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3474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64108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used: Body + Label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82512" y="443484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4434840"/>
            <a:ext cx="914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4434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/ 20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8641080" y="4434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test split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imbalanced - we use stratified sampling to preserve the ratio.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Model: One sklearn Pipeline, Three Stages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3291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45920"/>
            <a:ext cx="32918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Vectorizer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474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with stop-word removal and min_df / max_df filtering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9080" y="3108960"/>
            <a:ext cx="365760" cy="0"/>
          </a:xfrm>
          <a:prstGeom prst="line">
            <a:avLst/>
          </a:prstGeom>
          <a:noFill/>
          <a:ln w="2540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1645920"/>
            <a:ext cx="3291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2D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645920"/>
            <a:ext cx="32918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3474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Reweights tokens that are distinctive for spam vs ham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26680" y="3108960"/>
            <a:ext cx="365760" cy="0"/>
          </a:xfrm>
          <a:prstGeom prst="line">
            <a:avLst/>
          </a:prstGeom>
          <a:noFill/>
          <a:ln w="2540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92440" y="1645920"/>
            <a:ext cx="3291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2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92440" y="1645920"/>
            <a:ext cx="3291840" cy="7315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7532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Multinomial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75320" y="3474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- alpha tuned via 3-fold CV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pickled artifact: spam_pipeline.joblib (~60 KB). Same preprocessing at train and serve.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Architecture</a:t>
            </a:r>
            <a:endParaRPr lang="en-US" sz="3400" dirty="0"/>
          </a:p>
        </p:txBody>
      </p:sp>
      <p:pic>
        <p:nvPicPr>
          <p:cNvPr id="7" name="Image 0" descr="/sessions/awesome-intelligent-lovelace/mnt/outputs/report_asse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10972800" cy="4754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-&gt; API Gateway -&gt; Lambda -&gt; SageMaker Endpoint -&gt; Joblib pipeline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Each Service?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257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17320"/>
            <a:ext cx="9144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S3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cheap object storage for the model.tar.gz artifact that SageMaker pulls at deploy 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257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417320"/>
            <a:ext cx="91440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SageMaker Endpoint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9400" y="21945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hosting for sklearn - handles the container, scaling, and HTTPS termination for us.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257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57600"/>
            <a:ext cx="91440" cy="2011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Lambda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proxy that validates input, handles errors, applies CORS, and invokes the private endpoint.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657600"/>
            <a:ext cx="5257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657600"/>
            <a:ext cx="9144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29400" y="44348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 POST /predict route - with throttling, CORS, and logging to CloudWatch.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in Six Steps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spam_pipeline.joblib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7373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5780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5780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tar.gz the joblib artifact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1463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model.tar.gz into S3 bucket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703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4572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SKLearnModel.deploy()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inference.py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3703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39776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578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 up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57800" y="4572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API Gateway + IAM policy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83880" y="3703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0" y="39776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440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it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44000" y="4572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POSTs JSON to /predict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669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2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17320"/>
            <a:ext cx="5669280" cy="457200"/>
          </a:xfrm>
          <a:prstGeom prst="rect">
            <a:avLst/>
          </a:prstGeom>
          <a:solidFill>
            <a:srgbClr val="E9EE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581912"/>
            <a:ext cx="164592" cy="16459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" y="1581912"/>
            <a:ext cx="164592" cy="164592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0744" y="1581912"/>
            <a:ext cx="164592" cy="164592"/>
          </a:xfrm>
          <a:prstGeom prst="ellipse">
            <a:avLst/>
          </a:prstGeom>
          <a:solidFill>
            <a:srgbClr val="1A9B75"/>
          </a:solidFill>
          <a:ln w="12700">
            <a:solidFill>
              <a:srgbClr val="1A9B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490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https://&lt;api-id&gt;.execute-api.../prod/predict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Spam Detector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60120" y="2606040"/>
            <a:ext cx="5212080" cy="1737360"/>
          </a:xfrm>
          <a:prstGeom prst="rect">
            <a:avLst/>
          </a:prstGeom>
          <a:solidFill>
            <a:srgbClr val="F5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697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"CONGRATULATIONS! You have WON a FREE iPhone 15 Pro! Click here NOW to claim your prize..."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526280"/>
            <a:ext cx="1554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417320"/>
            <a:ext cx="48463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2D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417320"/>
            <a:ext cx="4846320" cy="109728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783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SPAM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85800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confidence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3246120"/>
            <a:ext cx="438912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3246120"/>
            <a:ext cx="4257446" cy="201168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6576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probability:  </a:t>
            </a:r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probability: </a:t>
            </a:r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4846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 SageMaker returned this via Lambda + API Gateway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03320" y="14173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9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84048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precision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recall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03320" y="33832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B2D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~100ms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84048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400" dirty="0"/>
          </a:p>
        </p:txBody>
      </p:sp>
      <p:pic>
        <p:nvPicPr>
          <p:cNvPr id="19" name="Image 0" descr="/sessions/awesome-intelligent-lovelace/mnt/outputs/report_assets/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417320"/>
            <a:ext cx="46634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Slowed Us Down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914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27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IAM Access Denied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15270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deploy failed because Lambda's role couldn't InvokeEndpoint. Fixed with a least-privilege policy scoped to one ARN.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60320"/>
            <a:ext cx="914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Train/serve skew risk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26700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bundled Vectorizer + TF-IDF + NB into a single sklearn Pipeline so inference uses the exact same preprocessing as training.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03320"/>
            <a:ext cx="914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13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Cold-start latency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38130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to a fresh SageMaker endpoint can take seconds. We added a warm-up call in the demo script.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8463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846320"/>
            <a:ext cx="914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956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control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49560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endpoints bill per hour. Teardown commands are documented in the README so we don't burn the student budget.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6B7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COMP264 - Cloud Machine Learning - Group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8696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 Next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373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6002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0391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Naive Bayes for DistilBERT on a SageMaker PyTorch container.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7373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9480" y="16002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hosting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20391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SageMaker Serverless Inference - no idle cost.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1546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3017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4564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dashboards + alarms on latency and 5xx errors.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283464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31546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69480" y="3017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Permanent UI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34564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frontend on S3 + CloudFront for a stable demo URL.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25196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572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572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645920" y="44348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data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45920" y="48737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a larger, modern spam corpus to boost recall.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 |  Cloud Machine Learning  |  Group 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Centennial College - Winter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Spam Detector on AWS SageMaker</dc:title>
  <dc:subject>PptxGenJS Presentation</dc:subject>
  <dc:creator>COMP264 Group 7</dc:creator>
  <cp:lastModifiedBy>COMP264 Group 7</cp:lastModifiedBy>
  <cp:revision>1</cp:revision>
  <dcterms:created xsi:type="dcterms:W3CDTF">2026-04-16T12:28:58Z</dcterms:created>
  <dcterms:modified xsi:type="dcterms:W3CDTF">2026-04-16T12:28:58Z</dcterms:modified>
</cp:coreProperties>
</file>